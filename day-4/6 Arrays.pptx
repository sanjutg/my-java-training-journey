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99991F-C3A6-4890-9A82-CCF064548F56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9B90512-4B5F-4D65-B26C-8D4171B90B33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41FE39F-ED66-4FF8-8411-1E7AD7DD4A94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6_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9B59CEE-8B74-4DE3-86D5-42D6E6A1AAF9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11FEBE6-F949-4E8F-885D-E0CE66D8CD7F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4E28751-615A-4B09-B6C3-EA1C6E2106F7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7CF5812-7D28-4456-8F2B-1D86AA767AC9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08743DC-B2D4-4110-8A2B-30D01A188533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253774C-E047-4683-8C01-2AAD5AB009DC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ACDDC5-BAF6-47F3-816E-CED252136546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9B6711E-C55A-465B-97EC-C250C8240298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45240D-74B6-483B-9DEA-E489D0ECF90F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IN" sz="6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JAVA 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ARRAYS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936000" y="592920"/>
            <a:ext cx="10240920" cy="72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IN" sz="32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ARRAYS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1319400" y="1646640"/>
            <a:ext cx="9857520" cy="3915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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An array is a data structure that allows you to store multiple elements of the same type in a contiguous block of memory. 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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Arrays provide a way to organize data so that a related set of values can be easily accessed and manipulated. 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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Each element in an array can be accessed using an index, with the first element having an index of 0.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" name="AutoShape 2" descr="What is String in Java - Java String Methods &amp; Type (Examples)"/>
          <p:cNvSpPr/>
          <p:nvPr/>
        </p:nvSpPr>
        <p:spPr>
          <a:xfrm>
            <a:off x="5943600" y="32767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70" name="Picture 2" descr="Implementing Array in Java - Shiksha Online"/>
          <p:cNvPicPr/>
          <p:nvPr/>
        </p:nvPicPr>
        <p:blipFill>
          <a:blip r:embed="rId1"/>
          <a:srcRect l="14240" t="24282" r="15799" b="0"/>
          <a:stretch/>
        </p:blipFill>
        <p:spPr>
          <a:xfrm>
            <a:off x="5717520" y="3913200"/>
            <a:ext cx="5972760" cy="2508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/>
          </p:nvPr>
        </p:nvSpPr>
        <p:spPr>
          <a:xfrm>
            <a:off x="904680" y="1630080"/>
            <a:ext cx="10382400" cy="451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114480"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Key Characteristics of Arrays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480"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"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Fixed Size: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The size of an array is defined when it is created and cannot be changed.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"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Homogeneous Elements: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All elements in an array are of the same data type.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"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Contiguous Memory Locations: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Elements are stored in contiguous memory locations, making access fast and efficient.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"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Indexed Access: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Elements can be accessed directly using their index.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AutoShape 2" descr="What is String in Java - Java String Methods &amp; Type (Examples)"/>
          <p:cNvSpPr/>
          <p:nvPr/>
        </p:nvSpPr>
        <p:spPr>
          <a:xfrm>
            <a:off x="5943600" y="32767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/>
          </p:nvPr>
        </p:nvSpPr>
        <p:spPr>
          <a:xfrm>
            <a:off x="1675800" y="1556640"/>
            <a:ext cx="8923320" cy="429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14480"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Types of Arrays in Java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480"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One-Dimensional Arrays: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A single row or a list of elements.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Multi-Dimensional Arrays: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Arrays of arrays, such as a matrix (2D array) or higher-dimensional structures.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48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480"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4" name="AutoShape 2" descr="What is String in Java - Java String Methods &amp; Type (Examples)"/>
          <p:cNvSpPr/>
          <p:nvPr/>
        </p:nvSpPr>
        <p:spPr>
          <a:xfrm>
            <a:off x="5943600" y="32767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/>
          </p:nvPr>
        </p:nvSpPr>
        <p:spPr>
          <a:xfrm>
            <a:off x="975240" y="1428840"/>
            <a:ext cx="10240920" cy="290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0152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One-Dimensional Array in Java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152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A one-dimensional array is a collection of elements of the same type, stored in a contiguous memory location. The elements can be accessed using an index.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48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480"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AutoShape 2" descr="What is String in Java - Java String Methods &amp; Type (Examples)"/>
          <p:cNvSpPr/>
          <p:nvPr/>
        </p:nvSpPr>
        <p:spPr>
          <a:xfrm>
            <a:off x="5943600" y="32767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77" name="Picture 2" descr="Arrays in Java. An array is a data ..."/>
          <p:cNvPicPr/>
          <p:nvPr/>
        </p:nvPicPr>
        <p:blipFill>
          <a:blip r:embed="rId1"/>
          <a:stretch/>
        </p:blipFill>
        <p:spPr>
          <a:xfrm>
            <a:off x="1888200" y="3330000"/>
            <a:ext cx="8235000" cy="3733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IN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Array Basic Operations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indent="0" defTabSz="9144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None/>
              <a:tabLst>
                <a:tab algn="l" pos="0"/>
              </a:tabLst>
            </a:pPr>
            <a:r>
              <a:rPr lang="en-IN" sz="18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Array Declaration Example: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000000"/>
              </a:buClr>
              <a:buFont typeface="Wingdings" charset="2"/>
              <a:buChar char=""/>
              <a:tabLst>
                <a:tab algn="l" pos="0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int[] numbers; 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None/>
              <a:tabLst>
                <a:tab algn="l" pos="0"/>
              </a:tabLst>
            </a:pPr>
            <a:r>
              <a:rPr lang="en-IN" sz="18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Create an Array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000000"/>
              </a:buClr>
              <a:buFont typeface="Wingdings" charset="2"/>
              <a:buChar char=""/>
              <a:tabLst>
                <a:tab algn="l" pos="0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numbers = new int[5]; 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None/>
              <a:tabLst>
                <a:tab algn="l" pos="0"/>
              </a:tabLst>
            </a:pPr>
            <a:r>
              <a:rPr lang="en-IN" sz="18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Access an Element of an Array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000000"/>
              </a:buClr>
              <a:buFont typeface="Wingdings" charset="2"/>
              <a:buChar char=""/>
              <a:tabLst>
                <a:tab algn="l" pos="0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numbers[0] = 10;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000000"/>
              </a:buClr>
              <a:buFont typeface="Wingdings" charset="2"/>
              <a:buChar char=""/>
              <a:tabLst>
                <a:tab algn="l" pos="0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int firstElement = numbers[0]; 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None/>
              <a:tabLst>
                <a:tab algn="l" pos="0"/>
              </a:tabLst>
            </a:pPr>
            <a:r>
              <a:rPr lang="en-IN" sz="18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Array Length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None/>
              <a:tabLst>
                <a:tab algn="l" pos="0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int length = numbers.length; 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IN" sz="3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Example : 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838080" y="1690560"/>
            <a:ext cx="10515240" cy="4286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9999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1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class Main {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1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public static void main(String[] args)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1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{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1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    int[] arr;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1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    arr = new int[5];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1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    arr[0] = 10;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1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    arr[1] = 20;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1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    arr[2] = 30;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1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    arr[3] = 40;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1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    arr[4] = 50;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1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    for (int i = 0; i &lt; arr.length; i++)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1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        System.out.println("Element at index " + i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1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                           + " : " + arr[i]);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1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}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1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}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/>
          </p:nvPr>
        </p:nvSpPr>
        <p:spPr>
          <a:xfrm>
            <a:off x="847440" y="1124280"/>
            <a:ext cx="10331280" cy="538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1448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Example : 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48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public class Sample1 {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48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public static void main(String[] args) {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48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    // Declare and initialize an array of integers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48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    int[] numbers = {1, 2, 3, 4, 5};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48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    // Access and print each element using a loop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48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    for (int i = 0; i &lt; numbers.length; i++) {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48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        System.out.println("Element at index " + i + ": " + numbers[i]);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48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    } } }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48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	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480"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3" name="AutoShape 2" descr="What is String in Java - Java String Methods &amp; Type (Examples)"/>
          <p:cNvSpPr/>
          <p:nvPr/>
        </p:nvSpPr>
        <p:spPr>
          <a:xfrm>
            <a:off x="5943600" y="32767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/>
          </p:nvPr>
        </p:nvSpPr>
        <p:spPr>
          <a:xfrm>
            <a:off x="1082520" y="888840"/>
            <a:ext cx="10331280" cy="538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7500" lnSpcReduction="19999"/>
          </a:bodyPr>
          <a:p>
            <a:pPr marL="11448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Example of Arrays using foreach : 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48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public class PrintArrayElements {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48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public static void main(String[] args) {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48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    int[] numbers = {1, 2, 3, 4, 5};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48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    System.out.println("Array elements:");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48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    for (int num : numbers) {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48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        System.out.println(num);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48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    }              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48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}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} </a:t>
            </a:r>
            <a:br>
              <a:rPr sz="2800"/>
            </a:b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/*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for (int i = 0; i &lt; numbers.length; i++) {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 int num = numbers[i];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System.out.println(num);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  }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 */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48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5" name="AutoShape 2" descr="What is String in Java - Java String Methods &amp; Type (Examples)"/>
          <p:cNvSpPr/>
          <p:nvPr/>
        </p:nvSpPr>
        <p:spPr>
          <a:xfrm>
            <a:off x="5943600" y="32767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/>
          </p:nvPr>
        </p:nvSpPr>
        <p:spPr>
          <a:xfrm>
            <a:off x="930240" y="1149480"/>
            <a:ext cx="10331280" cy="4558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01520" indent="0" defTabSz="9144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None/>
              <a:tabLst>
                <a:tab algn="l" pos="0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Example </a:t>
            </a:r>
            <a:r>
              <a:rPr lang="en-IN" sz="28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to print the entire array without the any loop.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1520" indent="0" defTabSz="9144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None/>
              <a:tabLst>
                <a:tab algn="l" pos="0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import java.util.Arrays;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1520" indent="0" defTabSz="9144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None/>
              <a:tabLst>
                <a:tab algn="l" pos="0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public class Sample1 {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1520" indent="0" defTabSz="9144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None/>
              <a:tabLst>
                <a:tab algn="l" pos="0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    public static void main(String[] args) {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1520" indent="0" defTabSz="9144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None/>
              <a:tabLst>
                <a:tab algn="l" pos="0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        int[] numbers = {1, 2, 3, 4, 5};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1520" indent="0" defTabSz="9144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None/>
              <a:tabLst>
                <a:tab algn="l" pos="0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System.</a:t>
            </a:r>
            <a:r>
              <a:rPr lang="en-IN" sz="1800" b="1" i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out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.println(Arrays.</a:t>
            </a:r>
            <a:r>
              <a:rPr lang="en-IN" sz="1800" b="0" i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toString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(numbers));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1520" indent="0" defTabSz="9144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None/>
              <a:tabLst>
                <a:tab algn="l" pos="0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    }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1520" indent="0" defTabSz="9144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None/>
              <a:tabLst>
                <a:tab algn="l" pos="0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}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7" name="AutoShape 2" descr="What is String in Java - Java String Methods &amp; Type (Examples)"/>
          <p:cNvSpPr/>
          <p:nvPr/>
        </p:nvSpPr>
        <p:spPr>
          <a:xfrm>
            <a:off x="5943600" y="32767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/>
          </p:nvPr>
        </p:nvSpPr>
        <p:spPr>
          <a:xfrm>
            <a:off x="975240" y="850320"/>
            <a:ext cx="10240920" cy="290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0152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Multi-Dimensional Array in Java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1520"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1520"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	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A multi-dimensional array is an array of arrays. The most common type is the two-dimensional array, which can be visualized as a table with rows and columns.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480"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9" name="AutoShape 2" descr="What is String in Java - Java String Methods &amp; Type (Examples)"/>
          <p:cNvSpPr/>
          <p:nvPr/>
        </p:nvSpPr>
        <p:spPr>
          <a:xfrm>
            <a:off x="5943600" y="32767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90" name="Picture 2" descr="Multidimensional Array in Java | Operations on Multidimensional Arrays"/>
          <p:cNvPicPr/>
          <p:nvPr/>
        </p:nvPicPr>
        <p:blipFill>
          <a:blip r:embed="rId1"/>
          <a:srcRect l="0" t="15990" r="0" b="9519"/>
          <a:stretch/>
        </p:blipFill>
        <p:spPr>
          <a:xfrm>
            <a:off x="3344040" y="3706920"/>
            <a:ext cx="5503680" cy="2300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/>
          </p:nvPr>
        </p:nvSpPr>
        <p:spPr>
          <a:xfrm>
            <a:off x="930240" y="1025640"/>
            <a:ext cx="10331280" cy="538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1448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Example : 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48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48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public class Sample1 {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48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public static void main(String[] args) {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48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     int[][] matrix = {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48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        {1, 2, 3},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48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        {4, 5, 6},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48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        {7, 8, 9} };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48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      for (int row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= 0; row &lt; matrix.length; row++) {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48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        for (int col = 0; col &lt; matrix[row].length; col++) {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48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            System.out.print(matrix[row][col] + " ");  }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48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        System.out.println(); // Print a new line after each row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48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    }  }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48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	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480"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" name="AutoShape 2" descr="What is String in Java - Java String Methods &amp; Type (Examples)"/>
          <p:cNvSpPr/>
          <p:nvPr/>
        </p:nvSpPr>
        <p:spPr>
          <a:xfrm>
            <a:off x="5943600" y="32767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/>
          </p:nvPr>
        </p:nvSpPr>
        <p:spPr>
          <a:xfrm>
            <a:off x="930240" y="648360"/>
            <a:ext cx="10331280" cy="5560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11448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public class Sample1 {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48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public static void main(String[] args) {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48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    int[][] matrix = {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48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        {1, 2},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48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        {3, 4} };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48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    System.out.println("Matrix:");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48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    for (int[] row : matrix) {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48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        for (int element : row) {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48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            System.out.print(element + " ");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48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        }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48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        System.out.println();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48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    }  } }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4" name="AutoShape 2" descr="What is String in Java - Java String Methods &amp; Type (Examples)"/>
          <p:cNvSpPr/>
          <p:nvPr/>
        </p:nvSpPr>
        <p:spPr>
          <a:xfrm>
            <a:off x="5943600" y="32767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3"/>
          <p:cNvSpPr/>
          <p:nvPr/>
        </p:nvSpPr>
        <p:spPr>
          <a:xfrm>
            <a:off x="6472440" y="1328040"/>
            <a:ext cx="6095520" cy="341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System.out.println("The 2D array is:");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    for (int i = 0; i &lt; rows; i++) {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        for (int j = 0; j &lt; cols; j++) {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            System.out.print(arr[i][j] + " ");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        }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        System.out.println();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    }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    sc.close();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}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}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Rectangle 4"/>
          <p:cNvSpPr/>
          <p:nvPr/>
        </p:nvSpPr>
        <p:spPr>
          <a:xfrm>
            <a:off x="625320" y="519480"/>
            <a:ext cx="6095520" cy="56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import java.util.Scanner;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public class 2DArray {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public static void main(String[] args) {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    Scanner sc = new Scanner(System.in);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    System.out.print("Enter number of rows: ");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    int rows = sc.nextInt();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    System.out.print("Enter number of columns: ");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    int cols = sc.nextInt();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    int[][] arr = new int[rows][cols];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   System.out.println("Enter the elements:");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    for (int i = 0; i &lt; rows; i++) {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        for (int j = 0; j &lt; cols; j++) {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            arr[i][j] = sc.nextInt();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        }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    }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838080" y="-20520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Three-Dimensional Array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838080" y="84240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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A three-dimensional array is an </a:t>
            </a:r>
            <a:r>
              <a:rPr lang="en-US" sz="2400" b="0" i="1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Cambria"/>
              </a:rPr>
              <a:t>array of arrays of arrays, adding a third layer to the structure.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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Each element is accessed by specifying </a:t>
            </a:r>
            <a:r>
              <a:rPr lang="en-US" sz="2400" b="0" i="1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Cambria"/>
              </a:rPr>
              <a:t>three indices: row, column, and depth (or height).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Syntax:                          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int[][][] arrayName = new int[rows][columns][depth];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9" name="Picture 3"/>
          <p:cNvPicPr/>
          <p:nvPr/>
        </p:nvPicPr>
        <p:blipFill>
          <a:blip r:embed="rId1"/>
          <a:srcRect l="0" t="22677" r="0" b="27480"/>
          <a:stretch/>
        </p:blipFill>
        <p:spPr>
          <a:xfrm>
            <a:off x="2286000" y="4125960"/>
            <a:ext cx="7619760" cy="2135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838080" y="2388240"/>
            <a:ext cx="10515240" cy="104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Representing sales data for different products in multiple stores across several months.</a:t>
            </a:r>
            <a:br>
              <a:rPr sz="2400"/>
            </a:b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Rows: Products, Columns: Stores, Depth: Months.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/>
          </p:nvPr>
        </p:nvSpPr>
        <p:spPr>
          <a:xfrm>
            <a:off x="855360" y="511200"/>
            <a:ext cx="10497960" cy="566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9999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16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public class SalesData {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16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    public static void main(String[] args) {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16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        int[][][] sales = {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16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            { {200, 300}, {250, 400} }, // Product 1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16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            { {150, 280}, {180, 320} }  // Product 2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16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        };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16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        for (int i = 0; i &lt; sales.length; i++) {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16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            System.out.println("Product " + (i + 1) + ":");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16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            for (int j = 0; j &lt; sales[i].length; j++) {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16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                for (int k = 0; k &lt; sales[i][j].length; k++) {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16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                    System.out.print(sales[i][j][k] + " ");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16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                }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16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                System.out.println();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16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            }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16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            System.out.println();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16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        }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16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    }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16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mbria"/>
              </a:rPr>
              <a:t>}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838080" y="7682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IN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TASKS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838080" y="2917080"/>
            <a:ext cx="10515240" cy="227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Scenario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: You need to manipulate a list of numbers for a project and need to reverse their order.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Task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: Create a Java program that takes an array of integers, reverses it, and prints the reversed array.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40000" lnSpcReduction="19999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import java.util.Scanner;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public class Main {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public static void main(String[] args) {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    Scanner scanner = new Scanner(System.in);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    System.out.print("Enter number of elements: ");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    int n = scanner.nextInt();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            int[] arr = new int[n];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    System.out.println("Enter the elements:");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    for (int i = 0; i &lt; n; i++) {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        arr[i] = scanner.nextInt();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    }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            System.out.println("Reversed array:");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    for (int i = n - 1; i &gt;= 0; i--) {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        System.out.print(arr[i] + " ");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    }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    scanner.close();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}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}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IN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TASKS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Student Grade Management System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Scenario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: You are building a simple student management system that tracks the grades of students.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Task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: Write a Java program that takes input for the number of students and their grades (as integers), stores the grades in an array, and calculates the average grade.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Objective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: Demonstrate array creation, input handling, and iteration for processing.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/>
          </p:nvPr>
        </p:nvSpPr>
        <p:spPr>
          <a:xfrm>
            <a:off x="838080" y="668520"/>
            <a:ext cx="10515240" cy="5613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1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import java.util.Scanner;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1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public class Main {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1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public static void main(String[] args) {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1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    Scanner scanner = new Scanner(System.in);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1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    System.out.print("Enter number of students: ");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1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    int numStudents = scanner.nextInt();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1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            int[] grades = new int[numStudents];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1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    int total = 0;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1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            for (int i = 0; i &lt; numStudents; i++) {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1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        System.out.print("Enter grade for student " + (i + 1) + ": ");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1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        grades[i] = scanner.nextInt();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1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        total += grades[i];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1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    }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1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    double average = total / (double) numStudents;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1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    System.out.println("Average grade: " + average);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1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    scanner.close();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1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}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1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}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/>
          </p:nvPr>
        </p:nvSpPr>
        <p:spPr>
          <a:xfrm>
            <a:off x="838080" y="1884600"/>
            <a:ext cx="10515240" cy="307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Matrix Multiplication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Scenario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: You are working on a project where you need to multiply two matrices.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Task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: Write a Java program that multiplies two 2D arrays (matrices) and outputs the result.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Objective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: Understand multidimensional arrays and matrix operations.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/>
          </p:nvPr>
        </p:nvSpPr>
        <p:spPr>
          <a:xfrm>
            <a:off x="570240" y="599760"/>
            <a:ext cx="10596240" cy="592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public class Main {</a:t>
            </a:r>
            <a:endParaRPr lang="en-US" sz="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public static void main(String[] args) {</a:t>
            </a:r>
            <a:endParaRPr lang="en-US" sz="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    int[][] matrix1 = {</a:t>
            </a:r>
            <a:endParaRPr lang="en-US" sz="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        {1, 2},</a:t>
            </a:r>
            <a:endParaRPr lang="en-US" sz="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        {3, 4}</a:t>
            </a:r>
            <a:endParaRPr lang="en-US" sz="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    };</a:t>
            </a:r>
            <a:endParaRPr lang="en-US" sz="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    int[][] matrix2 = {</a:t>
            </a:r>
            <a:endParaRPr lang="en-US" sz="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        {5, 6},</a:t>
            </a:r>
            <a:endParaRPr lang="en-US" sz="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        {7, 8}</a:t>
            </a:r>
            <a:endParaRPr lang="en-US" sz="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    };</a:t>
            </a:r>
            <a:endParaRPr lang="en-US" sz="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            int[][] result = new int[2][2];</a:t>
            </a:r>
            <a:endParaRPr lang="en-US" sz="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            for (int i = 0; i &lt; 2; i++) {</a:t>
            </a:r>
            <a:endParaRPr lang="en-US" sz="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        for (int j = 0; j &lt; 2; j++) {</a:t>
            </a:r>
            <a:endParaRPr lang="en-US" sz="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            result[i][j] = 0;</a:t>
            </a:r>
            <a:endParaRPr lang="en-US" sz="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            for (int k = 0; k &lt; 2; k++) {</a:t>
            </a:r>
            <a:endParaRPr lang="en-US" sz="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                result[i][j] += matrix1[i][kj] * matrix2[k][j];</a:t>
            </a:r>
            <a:endParaRPr lang="en-US" sz="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            } } }</a:t>
            </a:r>
            <a:endParaRPr lang="en-US" sz="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            System.out.println("Result of multiplication:");</a:t>
            </a:r>
            <a:endParaRPr lang="en-US" sz="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    for (int i = 0; i &lt; 2; i++) {</a:t>
            </a:r>
            <a:endParaRPr lang="en-US" sz="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        for (int j = 0; j &lt; 2; j++) {</a:t>
            </a:r>
            <a:endParaRPr lang="en-US" sz="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            System.out.print(result[i][j] + " ");</a:t>
            </a:r>
            <a:endParaRPr lang="en-US" sz="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        }</a:t>
            </a:r>
            <a:endParaRPr lang="en-US" sz="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        System.out.println();</a:t>
            </a:r>
            <a:endParaRPr lang="en-US" sz="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    } } }</a:t>
            </a:r>
            <a:endParaRPr lang="en-US" sz="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en-US" sz="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819360" y="1411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IN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Array </a:t>
            </a:r>
            <a:br>
              <a:rPr sz="4400"/>
            </a:br>
            <a:r>
              <a:rPr lang="en-IN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Operations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19999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1. Declaring and Initializing an Array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Declaration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 Java, an array is declared by specifying the type of elements followed by square brackets [].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1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int[] numbers;</a:t>
            </a:r>
            <a:r>
              <a:rPr lang="en-IN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  </a:t>
            </a: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// Declaring an integer array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Initialization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Arrays must be initialized before use.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1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numbers = new int[5];</a:t>
            </a:r>
            <a:r>
              <a:rPr lang="en-IN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  </a:t>
            </a: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// Creates an array with 5 elements, all initialized to 0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Declaration &amp; Initialization Together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You can also declare and initialize in one step.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1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int[] values = {10, 20, 30, 40, 50};</a:t>
            </a:r>
            <a:r>
              <a:rPr lang="en-IN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 </a:t>
            </a: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// Array with predefined values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819360" y="1411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IN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Array </a:t>
            </a:r>
            <a:br>
              <a:rPr sz="4400"/>
            </a:br>
            <a:r>
              <a:rPr lang="en-IN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Operations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19999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 Accessing Array Elements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Array elements are accessed using an </a:t>
            </a:r>
            <a:r>
              <a:rPr lang="en-IN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index</a:t>
            </a: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(starting from 0).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1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int[] arr = {5, 10, 15, 20};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1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System.out.println(arr[0]); </a:t>
            </a: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// Output: 5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1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System.out.println(arr[2]);</a:t>
            </a:r>
            <a:r>
              <a:rPr lang="en-IN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 </a:t>
            </a: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// Output: 15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 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 Modifying an Array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You can update the values of an array by referencing their index.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1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int[] data = {1, 2, 3, 4, 5};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1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data[2] = 100;</a:t>
            </a:r>
            <a:r>
              <a:rPr lang="en-IN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  </a:t>
            </a: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// Modifies the third element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 </a:t>
            </a:r>
            <a:r>
              <a:rPr lang="en-IN" sz="2800" b="1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System.out.println(data[2]);</a:t>
            </a:r>
            <a:r>
              <a:rPr lang="en-IN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 </a:t>
            </a: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// Output: 100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819360" y="1411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IN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Array </a:t>
            </a:r>
            <a:br>
              <a:rPr sz="4400"/>
            </a:br>
            <a:r>
              <a:rPr lang="en-IN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Operations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1353320" cy="48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19999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 Traversing an Array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Using a for loop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int[] nums = {2, 4, 6, 8};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for (int i = 0; i &lt; nums.length; i++) {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    System.out.print(nums[i] + " ");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}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// Output: 2 4 6 8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Using an Enhanced for loop(Foreach)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Simplifies iteration</a:t>
            </a: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when you don’t need an index.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for (int num : nums) {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    System.out.print(num + " ");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}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// Output: 2 4 6 8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819360" y="1411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IN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Array </a:t>
            </a:r>
            <a:br>
              <a:rPr sz="4400"/>
            </a:br>
            <a:r>
              <a:rPr lang="en-IN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Operations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526680" y="1440000"/>
            <a:ext cx="11353320" cy="48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0000" lnSpcReduction="19999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 Copying an Array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Using clone()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Creates a new array with the same elements.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int[] original = {1, 2, 3};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int[] copy = original.clone();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 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Using System.arraycopy()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Copies elements from </a:t>
            </a:r>
            <a:r>
              <a:rPr lang="en-IN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one array to another</a:t>
            </a: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int[] source = {10, 20, 30, 40, 50};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int[] destination = new int[5];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System.arraycopy(source, 0, destination, 0, 5);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 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Using Arrays.copyOf()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import java.util.Arrays;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int[] copiedArray = Arrays.copyOf(source, source.length);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819360" y="1411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IN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Array </a:t>
            </a:r>
            <a:br>
              <a:rPr sz="4400"/>
            </a:br>
            <a:r>
              <a:rPr lang="en-IN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Operations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1353320" cy="48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 Sorting an Array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Arrays.sort() method sorts an array in </a:t>
            </a:r>
            <a:r>
              <a:rPr lang="en-IN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ascending order</a:t>
            </a: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import java.util.Arrays;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int[] arr = {5, 2, 8, 1, 3};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Arrays.sort(arr);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System.out.println(Arrays.toString(arr)); </a:t>
            </a: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// Output: [1, 2, 3, 5, 8]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819360" y="1411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IN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Array </a:t>
            </a:r>
            <a:br>
              <a:rPr sz="4400"/>
            </a:br>
            <a:r>
              <a:rPr lang="en-IN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Operations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1353320" cy="48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19999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 Searching in an Array - Linear Search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Sequentially checks each element</a:t>
            </a: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int[] arr = {10, 20, 30, 40};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int key = 30;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boolean found = false;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for (int num : arr) {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    if (num == key) {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        found = true;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        break;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    }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}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System.out.println(found ? "Found" : "Not Found");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819360" y="1411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IN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Array </a:t>
            </a:r>
            <a:br>
              <a:rPr sz="4400"/>
            </a:br>
            <a:r>
              <a:rPr lang="en-IN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Operations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1353320" cy="48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8. Finding Maximum and Minimum in an Array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Iterate through the array to determine the maximum and minimum values.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int[] arr = {10, 20, 5, 15, 30};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int max = arr[0], min = arr[0];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for (int num : arr) {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    if (num &gt; max) max = num;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    if (num &lt; min) min = num;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}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System.out.println("Max: " + max + ", Min: " + min); </a:t>
            </a: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// Output: Max: 30, Min:5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819360" y="1411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IN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Array </a:t>
            </a:r>
            <a:br>
              <a:rPr sz="4400"/>
            </a:br>
            <a:r>
              <a:rPr lang="en-IN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Operations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1353320" cy="48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9. Reversing an Array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Swaps elements from both ends</a:t>
            </a: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int[] arr = {1, 2, 3, 4, 5};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for (int i = 0, j = arr.length - 1; i &lt; j; i++, j--) {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    int temp = arr[i];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    arr[i] = arr[j];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    arr[j] = temp;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}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System.out.println(Arrays.toString(arr)); </a:t>
            </a: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// Output: [5, 4, 3, 2, 1]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 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819360" y="1411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IN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Array </a:t>
            </a:r>
            <a:br>
              <a:rPr sz="4400"/>
            </a:br>
            <a:r>
              <a:rPr lang="en-IN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Operations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1353320" cy="48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10. Converting an Array to String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Arrays.toString() method converts an array into a readable string.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int[] arr = { 10, 20, 30 };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String s = Arrays.toString(arr);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System.out.println(s);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System.out.println(s.getClass().getName());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 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819360" y="1411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IN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Array </a:t>
            </a:r>
            <a:br>
              <a:rPr sz="4400"/>
            </a:br>
            <a:r>
              <a:rPr lang="en-IN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Operations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530280" y="1797480"/>
            <a:ext cx="11353320" cy="48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11. Merging Two Arrays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Combine two arrays using System.arraycopy().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int[] arr1 = {1, 2, 3};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int[] arr2 = {4, 5, 6};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int[] merged = new int[arr1.length + arr2.length];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System.arraycopy(arr1, 0, merged, 0, arr1.length);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System.arraycopy(arr2, 0, merged, arr1.length, arr2.length);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System.out.println(Arrays.toString(merged)); </a:t>
            </a: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// Output: [1, 2, 3, 4, 5, 6]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819360" y="1411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IN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Array </a:t>
            </a:r>
            <a:br>
              <a:rPr sz="4400"/>
            </a:br>
            <a:r>
              <a:rPr lang="en-IN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Operations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530280" y="1797480"/>
            <a:ext cx="11353320" cy="48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12. Removing an Element from an Array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Shift elements left to remove a specific value.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int[] arr = {1, 2, 3, 4, 5};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int removeIndex = 2;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for (int i = removeIndex; i &lt; arr.length - 1; i++) {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    arr[i] = arr[i + 1];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}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// Printing array after removal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System.out.println(Arrays.toString(Arrays.copyOf(arr, arr.length - 1)));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// Output: [1, 2, 4, 5]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819360" y="1411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IN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Array </a:t>
            </a:r>
            <a:br>
              <a:rPr sz="4400"/>
            </a:br>
            <a:r>
              <a:rPr lang="en-IN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Operations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586440" y="2152080"/>
            <a:ext cx="11353320" cy="48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13. Finding the Second Largest Element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int[] arr = {10, 20, 5, 30, 25};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Arrays.sort(arr);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System.out.println("Second Largest: " + arr[arr.length - 2]);</a:t>
            </a: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// Output: 25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1475</TotalTime>
  <Application>LibreOffice/25.8.5.2$Windows_X86_64 LibreOffice_project/9c8b85f387cc00a89945a79c9e6239f32e450ac2</Application>
  <AppVersion>15.0000</AppVersion>
  <Words>2701</Words>
  <Paragraphs>361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2024-12-13T07:01:17Z</dcterms:created>
  <dc:creator>Sivasankari B</dc:creator>
  <dc:description/>
  <dc:language>en-IN</dc:language>
  <cp:lastModifiedBy/>
  <dcterms:modified xsi:type="dcterms:W3CDTF">2026-05-07T16:19:31Z</dcterms:modified>
  <cp:revision>29</cp:revision>
  <dc:subject/>
  <dc:title>JAVA 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35</vt:i4>
  </property>
</Properties>
</file>