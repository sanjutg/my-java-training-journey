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6" autoAdjust="0"/>
    <p:restoredTop sz="94660"/>
  </p:normalViewPr>
  <p:slideViewPr>
    <p:cSldViewPr snapToGrid="0">
      <p:cViewPr>
        <p:scale>
          <a:sx n="80" d="100"/>
          <a:sy n="80" d="100"/>
        </p:scale>
        <p:origin x="7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A560-7E36-D81B-2A07-79C5829B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A11D7-18DA-7B7D-002E-D06CC823D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91B68-F431-C30B-1C86-C684DADD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95E6D-8789-A1F4-126C-C919FBE4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CE30B-FF9E-E64B-C747-312D9B15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1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11A8-0051-A59F-0CC8-2FFBBF4EE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8422-A9B2-79B4-8DA5-6934759B7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A1721-140C-9CC9-DF7E-275AC143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96CF-7D3D-F3A4-F9EE-8BF9DDB0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6869-0673-2DC9-CC2C-18E98569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74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AAD6-9839-274D-401F-8122D641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4B5E5-54EA-6D67-5D03-1D48027F5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53BF4-92B1-B825-3B30-761407B8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66C17-7DA8-CE31-06C5-5F87DAE2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9ABD-1E45-5611-72D6-039C6C70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6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07BB-C421-465B-0C3E-AD9AFE44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F134-CF9F-C4D4-3396-F84618BFE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FE927-CB3C-62A3-DE96-19609970B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34CCA-48C6-F2D1-9BB2-D9643F92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C3804-45E3-EF1F-95EE-884416A2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F69FB-1F01-1D3D-908F-121FF0C7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20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F9EF6-8FD0-57B0-389D-46D30125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F464A-CC55-05E7-54EC-A5F5D4382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E19D7-AE0F-9EC9-C7AB-2A83E5032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31985-9FD1-3F6A-4BAC-011358BC1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B4209-D6AE-AACE-EEFE-4BA5E8E07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8A4FB-1F2D-77FE-B443-CC715EFE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FA69-AA02-7590-2406-DD56EE10E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E18A2-EA25-A22E-17B3-ECFEE909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23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3082-0679-529B-C255-87203BBC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5F970-9D0E-9891-A9C2-69408F23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09D74-40E6-AFC2-4BA8-3BF17B7C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48E53-2E08-98F5-3D13-3F770635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34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2F4DC-2A3C-FAFC-B03C-5BF9A215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408E43-6530-CC79-3490-73B6592A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7CAFE-2A8A-9DBF-8FF7-9031551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24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F31A-1879-BA1A-E599-07CB5536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F163-7A2E-1D23-DCA4-E632C953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5247B-352E-1D06-3A2F-7A4F604CA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B6E7D-2230-63BA-C54B-3278E814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A6E7A-FFEB-77AE-E3B5-E2E05B4D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C1273-5AD5-E107-40B3-72469BEF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0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0CB1-EB9A-5FDD-EB32-78017BE56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C07DA-E5AB-AA25-38C8-362234DA7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63973-A5CC-15F4-7A62-21BDF8B5B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D1414-6C44-9D40-B3D7-8CA6C516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42889-F4C4-F271-BEB7-AF83B7F4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83832-1F7D-D564-C077-09EE06C7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2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BDAD-437C-C5ED-A874-52F6CC40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C3DDD-73D3-CDF3-8B17-1BEF5AAA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F35A6-DC6A-4F82-F82D-A6B4BE95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E58B8-F007-7059-FCC8-886D2357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DC2EF-7551-AF46-2FFB-93719454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323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070CA-3CAF-326A-1293-05835EB49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FA39A-C348-CF0E-F774-54C2517B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AF107-598D-88AA-55C0-365CD637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436CE-7B74-4933-8604-8CDCD324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92F48-E47F-0310-E2BA-66AF81C5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11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BDF9EE-2096-72AF-5437-61EB477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67636-652D-2F74-48EA-8E74B2FC5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8F991-F5A6-7B7F-1C53-1ED7538B4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8382C-766E-45CB-BACD-CADA98845EF1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3C26-C69E-222D-84FF-B6A774F3B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4552B-1654-7479-B7A9-DC48BFB2C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7ED7-E665-4CC5-9E6D-CB2007609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06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3589-D478-70F2-E71F-9F2E3FD51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9567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and STRING METHODS</a:t>
            </a:r>
          </a:p>
        </p:txBody>
      </p:sp>
    </p:spTree>
    <p:extLst>
      <p:ext uri="{BB962C8B-B14F-4D97-AF65-F5344CB8AC3E}">
        <p14:creationId xmlns:p14="http://schemas.microsoft.com/office/powerpoint/2010/main" val="205276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A537-194D-A4E1-2A6F-CF12A392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F5AF-D3D9-B33B-C853-C27854E4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0954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Java, String represents a sequence of characters and is implemented as an object in the </a:t>
            </a:r>
            <a:r>
              <a:rPr lang="en-US" b="1" dirty="0" err="1"/>
              <a:t>java.lang</a:t>
            </a:r>
            <a:r>
              <a:rPr lang="en-US" b="1" dirty="0"/>
              <a:t> package</a:t>
            </a:r>
            <a:r>
              <a:rPr lang="en-US" dirty="0"/>
              <a:t>, implicitly available in all Java programs</a:t>
            </a:r>
            <a:endParaRPr lang="en-IN" dirty="0"/>
          </a:p>
          <a:p>
            <a:r>
              <a:rPr lang="en-US" dirty="0"/>
              <a:t>Strings are immutable: once created, their contents can’t change. Any operation that modifies a string actually returns a new String object</a:t>
            </a:r>
            <a:endParaRPr lang="en-IN" dirty="0">
              <a:effectLst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String Literals</a:t>
            </a:r>
            <a:endParaRPr lang="en-IN" dirty="0">
              <a:solidFill>
                <a:srgbClr val="7030A0"/>
              </a:solidFill>
              <a:effectLst/>
            </a:endParaRPr>
          </a:p>
          <a:p>
            <a:pPr marL="0" indent="0">
              <a:buNone/>
            </a:pPr>
            <a:r>
              <a:rPr lang="en-US" dirty="0"/>
              <a:t>	When you write "Hello", Java checks the string pool. If an identical literal exists, it reuses it; otherwise, a new one is created—making literals memory-efficient </a:t>
            </a:r>
            <a:endParaRPr lang="en-IN" dirty="0">
              <a:effectLst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Using new String(...)</a:t>
            </a:r>
            <a:endParaRPr lang="en-IN" dirty="0">
              <a:solidFill>
                <a:srgbClr val="7030A0"/>
              </a:solidFill>
              <a:effectLst/>
            </a:endParaRPr>
          </a:p>
          <a:p>
            <a:pPr marL="0" indent="0">
              <a:buNone/>
            </a:pPr>
            <a:r>
              <a:rPr lang="en-US" dirty="0"/>
              <a:t>	This always creates a fresh string object on the heap, even if an identical literal is already in the pool</a:t>
            </a:r>
            <a:endParaRPr lang="en-IN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73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6E13-1DA7-AAA9-ABDB-02F11B03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AEA1-992E-94EA-A0F2-5DA830E00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 Memory: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main area where Java objects reside.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Pool (within Heap):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special region within the heap dedicated to storing unique string literal objects.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F4640-BE18-19E3-818C-5E49E62C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4" y="3034391"/>
            <a:ext cx="8082116" cy="314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81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FED88-99CD-6C83-369F-895D0154F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7923"/>
            <a:ext cx="10515600" cy="546904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s1 = "hello"; // stored in pool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s2 = "hello"; // stored in pool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s3 = new String("hello"); // stored in the heap memory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 == s2); // true — same pooled literal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 == s3); // false — different object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(s1.equals(s3)); // true — same content</a:t>
            </a:r>
          </a:p>
        </p:txBody>
      </p:sp>
    </p:spTree>
    <p:extLst>
      <p:ext uri="{BB962C8B-B14F-4D97-AF65-F5344CB8AC3E}">
        <p14:creationId xmlns:p14="http://schemas.microsoft.com/office/powerpoint/2010/main" val="230399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C4E9-8279-9F52-0593-0E5528D3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46875-95D7-1BC4-BF29-A1E8A478E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3562"/>
            <a:ext cx="10515600" cy="5213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String Length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length() → Returns the length of the string.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“JAVA PROGRAM";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11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String Concatenation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Concatenates two strings.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= "Hello";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= "World";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(str1.concat(" " + str2)); // Output: Hello World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9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8D2C-E68B-E0FA-4333-FEFF0C029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1"/>
            <a:ext cx="10515600" cy="56066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Case Conversion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Converts the string to uppercase.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Converts the string to lowercase.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"Java";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str.toUpperCase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// Output: JAVA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str.toLowerCase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// Output: java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Checking Character Types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isUpperCase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Checks if characters are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uppercase/lowercase.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'A';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Character.isUpperCase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// Output: true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Character.isLowerCase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// Output: false</a:t>
            </a:r>
          </a:p>
        </p:txBody>
      </p:sp>
    </p:spTree>
    <p:extLst>
      <p:ext uri="{BB962C8B-B14F-4D97-AF65-F5344CB8AC3E}">
        <p14:creationId xmlns:p14="http://schemas.microsoft.com/office/powerpoint/2010/main" val="332861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CA1F5-9EB2-E0DE-87CE-89873057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432"/>
            <a:ext cx="10515600" cy="55575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Character Extraction 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(index) → Returns the character at the specified index.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"Java"; 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str.charAt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(1)); // Output: a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6.Checking if String is Empty or Blank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Returns true if the string is empty ("").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IsBlank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Returns true if the string is empty or contains only white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= "";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= "   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(str1.isEmpty()); // Output: true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(str2.isBlank()); // Output: true </a:t>
            </a:r>
          </a:p>
        </p:txBody>
      </p:sp>
    </p:spTree>
    <p:extLst>
      <p:ext uri="{BB962C8B-B14F-4D97-AF65-F5344CB8AC3E}">
        <p14:creationId xmlns:p14="http://schemas.microsoft.com/office/powerpoint/2010/main" val="276300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6EF2-A064-468A-E767-B5E7601E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755"/>
            <a:ext cx="10515600" cy="545920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Substring Extraction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Extracts substring from the given index to the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Extracts substring between given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"Hello World";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str.substring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(6)); // Output: World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str.substring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5)); // Output: Hello </a:t>
            </a:r>
          </a:p>
        </p:txBody>
      </p:sp>
    </p:spTree>
    <p:extLst>
      <p:ext uri="{BB962C8B-B14F-4D97-AF65-F5344CB8AC3E}">
        <p14:creationId xmlns:p14="http://schemas.microsoft.com/office/powerpoint/2010/main" val="275470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BC7C-CF11-24CD-180B-3FB1B7C01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57935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8. String Comparison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equals(str) → Checks if two strings are equal. </a:t>
            </a:r>
          </a:p>
          <a:p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equalsIgnoreCase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Checks equality ignoring case. </a:t>
            </a:r>
          </a:p>
          <a:p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compareTo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Compares two strings lexicographically. 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= "Java";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= "java"; 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(str1.equals(str2)); // Output: false 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(str1.equalsIgnoreCase(str2)); // Output: true 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(str1.compareTo("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Javb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")); // Output: -1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string1.compareTo(string2) returns: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if both strings are equal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positive value if string1 is greater than string2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negative value if string1 is less than string2</a:t>
            </a:r>
          </a:p>
        </p:txBody>
      </p:sp>
    </p:spTree>
    <p:extLst>
      <p:ext uri="{BB962C8B-B14F-4D97-AF65-F5344CB8AC3E}">
        <p14:creationId xmlns:p14="http://schemas.microsoft.com/office/powerpoint/2010/main" val="509995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52351-E932-B00D-8D55-11BF4EFB2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 String Search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(char/substring) → Returns the index of the first occurrence.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(char/substring) → Returns the last occurrence index.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contains(str) → Checks if string contains a substring.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Checks if string starts with a given substring.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Checks if string ends with a given substring.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"Hello World";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('o')); // Output: 4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str.lastIndexOf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('o')); // Output: 7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str.contains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("World")); // Output: true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str.startsWith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("Hello")); // Output: true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str.endsWith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("World")); // Output: true</a:t>
            </a:r>
          </a:p>
        </p:txBody>
      </p:sp>
    </p:spTree>
    <p:extLst>
      <p:ext uri="{BB962C8B-B14F-4D97-AF65-F5344CB8AC3E}">
        <p14:creationId xmlns:p14="http://schemas.microsoft.com/office/powerpoint/2010/main" val="77170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F1D46-98F2-1F08-76D1-E40E8B45A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774"/>
            <a:ext cx="10515600" cy="5636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10.String Modification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oldChar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newChar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Replaces all occurrences of a character.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(regex, replacement) → Replaces all substrings matching a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trim() → Removes leading and trailing spaces.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  Java Programming  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str.trim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 // Output: "Java Programming"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str.replace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('a', '@')); // Output: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J@v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@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Progr@mming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str.replaceAll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]", "#")); 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("123abc".replaceAll("[0-9]", "*")); // Output: ***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3642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252A0-7731-DE1F-9CCC-B9CAFD956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639"/>
            <a:ext cx="10515600" cy="59213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Splitting and Joining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split(delimiter) → Splits string into an array based on a delimiter.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join(delimiter, elements…) → Joins multiple elements into a single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string.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apple,banana,grape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String[] fruits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str.split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(",");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(String fruit : fruits) {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(fruit);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apple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        banana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        grape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joined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String.join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- ", "Java", "Python", "C++");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(joined); // Output: Java - Python - C++</a:t>
            </a:r>
          </a:p>
        </p:txBody>
      </p:sp>
    </p:spTree>
    <p:extLst>
      <p:ext uri="{BB962C8B-B14F-4D97-AF65-F5344CB8AC3E}">
        <p14:creationId xmlns:p14="http://schemas.microsoft.com/office/powerpoint/2010/main" val="1743283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3C581-8D3E-6E35-B417-B3785E5C3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95" y="533024"/>
            <a:ext cx="10515600" cy="5791952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String Conversion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 → Converts different data types to a string.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String.valueOf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 + 10); // Output: 10010</a:t>
            </a:r>
          </a:p>
        </p:txBody>
      </p:sp>
    </p:spTree>
    <p:extLst>
      <p:ext uri="{BB962C8B-B14F-4D97-AF65-F5344CB8AC3E}">
        <p14:creationId xmlns:p14="http://schemas.microsoft.com/office/powerpoint/2010/main" val="3772982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912BA-1B3D-55EE-BB6F-0A96E74D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263"/>
            <a:ext cx="10515600" cy="569570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Interning a String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intern() → Returns the canonical representation of the string from the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pool.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= new String("Java");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= str1.intern();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 == str2); // Output: false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(str2 == "Java"); // Output: true</a:t>
            </a:r>
          </a:p>
        </p:txBody>
      </p:sp>
    </p:spTree>
    <p:extLst>
      <p:ext uri="{BB962C8B-B14F-4D97-AF65-F5344CB8AC3E}">
        <p14:creationId xmlns:p14="http://schemas.microsoft.com/office/powerpoint/2010/main" val="730503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9C803-1A87-FD0B-7639-11ECB4712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3347"/>
            <a:ext cx="10515600" cy="56636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Checking String Content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matches(regex) → Checks if string matches a regular expression.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"Java123";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str.matches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("[A-Za-z0-9]+")); // Output: true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str.matches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("\\d+")); // Output: false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Removing Characters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replaceFirst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(regex, replacement) → Replaces the first occurrence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the regex.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"Java is fun, Java is powerful";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str.replaceFirst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("Java", "Python"));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Output: Python is fun, Java is powerful </a:t>
            </a:r>
          </a:p>
        </p:txBody>
      </p:sp>
    </p:spTree>
    <p:extLst>
      <p:ext uri="{BB962C8B-B14F-4D97-AF65-F5344CB8AC3E}">
        <p14:creationId xmlns:p14="http://schemas.microsoft.com/office/powerpoint/2010/main" val="627280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C989C-FC5F-2AC5-BEF1-90519EDF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9389"/>
            <a:ext cx="10515600" cy="5647574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 Getting Bytes and Characters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getBytes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Converts string into a byte array.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toCharArray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Converts string into a character array.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"Hello";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str.getBytes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str.toCharArray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Arrays.toString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// Output: [72, 101, 108, 108,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111]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Arrays.toString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charArray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// Output: [H, e, l, l, o]</a:t>
            </a:r>
          </a:p>
        </p:txBody>
      </p:sp>
    </p:spTree>
    <p:extLst>
      <p:ext uri="{BB962C8B-B14F-4D97-AF65-F5344CB8AC3E}">
        <p14:creationId xmlns:p14="http://schemas.microsoft.com/office/powerpoint/2010/main" val="438831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927C5-EA1F-7B23-9CDB-CC8F0437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</a:rPr>
              <a:t>17. Formatting a String </a:t>
            </a:r>
          </a:p>
          <a:p>
            <a:pPr marL="0" indent="0">
              <a:buNone/>
            </a:pPr>
            <a:r>
              <a:rPr lang="en-IN" dirty="0"/>
              <a:t>format(format, </a:t>
            </a:r>
            <a:r>
              <a:rPr lang="en-IN" dirty="0" err="1"/>
              <a:t>args</a:t>
            </a:r>
            <a:r>
              <a:rPr lang="en-IN" dirty="0"/>
              <a:t>…) → Returns a formatted string. </a:t>
            </a:r>
          </a:p>
          <a:p>
            <a:pPr marL="0" indent="0">
              <a:buNone/>
            </a:pPr>
            <a:r>
              <a:rPr lang="en-IN" dirty="0"/>
              <a:t>String name = "</a:t>
            </a:r>
            <a:r>
              <a:rPr lang="en-IN" dirty="0" err="1"/>
              <a:t>aaa</a:t>
            </a:r>
            <a:r>
              <a:rPr lang="en-IN" dirty="0"/>
              <a:t>"; </a:t>
            </a:r>
          </a:p>
          <a:p>
            <a:pPr marL="0" indent="0">
              <a:buNone/>
            </a:pPr>
            <a:r>
              <a:rPr lang="en-IN" dirty="0"/>
              <a:t>int age = 25; </a:t>
            </a:r>
          </a:p>
          <a:p>
            <a:pPr marL="0" indent="0">
              <a:buNone/>
            </a:pPr>
            <a:r>
              <a:rPr lang="en-IN" dirty="0"/>
              <a:t>String formatted = </a:t>
            </a:r>
            <a:r>
              <a:rPr lang="en-IN" dirty="0" err="1"/>
              <a:t>String.format</a:t>
            </a:r>
            <a:r>
              <a:rPr lang="en-IN" dirty="0"/>
              <a:t>("Name: %s, Age: %d", name, age); 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(formatted);   </a:t>
            </a:r>
          </a:p>
          <a:p>
            <a:pPr marL="0" indent="0">
              <a:buNone/>
            </a:pPr>
            <a:r>
              <a:rPr lang="en-IN" dirty="0"/>
              <a:t>// Output: Name: </a:t>
            </a:r>
            <a:r>
              <a:rPr lang="en-IN" dirty="0" err="1"/>
              <a:t>aaa</a:t>
            </a:r>
            <a:r>
              <a:rPr lang="en-IN" dirty="0"/>
              <a:t>, Age: 25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</a:rPr>
              <a:t>18. String Joining with Multiple Values </a:t>
            </a:r>
          </a:p>
          <a:p>
            <a:pPr marL="0" indent="0">
              <a:buNone/>
            </a:pPr>
            <a:r>
              <a:rPr lang="en-IN" dirty="0"/>
              <a:t> join() → Joins multiple strings with a delimiter. </a:t>
            </a:r>
          </a:p>
          <a:p>
            <a:pPr marL="0" indent="0">
              <a:buNone/>
            </a:pPr>
            <a:r>
              <a:rPr lang="en-IN" dirty="0"/>
              <a:t>String result = </a:t>
            </a:r>
            <a:r>
              <a:rPr lang="en-IN" dirty="0" err="1"/>
              <a:t>String.join</a:t>
            </a:r>
            <a:r>
              <a:rPr lang="en-IN" dirty="0"/>
              <a:t>("-", "Java", "Python", "C++"); 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(result); // Output: Java-Python-C++</a:t>
            </a:r>
          </a:p>
        </p:txBody>
      </p:sp>
    </p:spTree>
    <p:extLst>
      <p:ext uri="{BB962C8B-B14F-4D97-AF65-F5344CB8AC3E}">
        <p14:creationId xmlns:p14="http://schemas.microsoft.com/office/powerpoint/2010/main" val="1466448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8FF3D-594B-F3CE-614E-0A990F997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021"/>
            <a:ext cx="10515600" cy="540694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 Converting String to Numeric Values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Converts a string to an integer.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Double.parseDouble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 → Converts a string to a double.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"100";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Double.parseDouble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("99.99");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+ 1); // Output: 101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+ 0.01); // Output: 100.0 </a:t>
            </a:r>
          </a:p>
        </p:txBody>
      </p:sp>
    </p:spTree>
    <p:extLst>
      <p:ext uri="{BB962C8B-B14F-4D97-AF65-F5344CB8AC3E}">
        <p14:creationId xmlns:p14="http://schemas.microsoft.com/office/powerpoint/2010/main" val="2468337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F784-C14D-C120-BF90-2A572EE5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 Using </a:t>
            </a:r>
            <a:r>
              <a:rPr lang="en-I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regionMatches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regionMatches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(start1, str2, start2, length) → Compares a region of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strings.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= 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JavaProgramming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= "Programming";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(str1.regionMatches(4, str2, 0, 11)); // Output: true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21. Escaping Special Characters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escape sequences in strings: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"She said, \"Java is awesome!\""; 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(str); // Output: She said, "Java is awesome!"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477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86435-3FA5-6E9A-1EA4-677AD461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5853"/>
            <a:ext cx="10515600" cy="5471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 Checking a String's Code Points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codePointAt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(index) → Returns the Unicode value at the given index.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codePointBefore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(index) → Returns the Unicode value before the given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 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codePointCount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beginIndex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Returns the count of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Unicode points in a substring.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"Hello";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str.codePointAt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(0)); // Output: 72 ('H')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str.codePointBefore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(1)); // Output: 72 ('H') 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str.codePointCount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5)); // Output: 5</a:t>
            </a:r>
          </a:p>
        </p:txBody>
      </p:sp>
    </p:spTree>
    <p:extLst>
      <p:ext uri="{BB962C8B-B14F-4D97-AF65-F5344CB8AC3E}">
        <p14:creationId xmlns:p14="http://schemas.microsoft.com/office/powerpoint/2010/main" val="3205629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A2B2-21C3-41A0-06A0-5B2711DE8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8568"/>
            <a:ext cx="10515600" cy="519839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23. Checking Whether a String is Numeric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matches() to check if a string is numeric.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 = "12345"; 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str.matches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("\\d+")); // Output: true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973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1918</Words>
  <Application>Microsoft Office PowerPoint</Application>
  <PresentationFormat>Widescreen</PresentationFormat>
  <Paragraphs>204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STRINGS and STRING METHODS</vt:lpstr>
      <vt:lpstr>STRINGS</vt:lpstr>
      <vt:lpstr>String pool</vt:lpstr>
      <vt:lpstr>PowerPoint Presentation</vt:lpstr>
      <vt:lpstr>STRING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SHANMATHI M</dc:creator>
  <cp:lastModifiedBy>SHANMATHI M</cp:lastModifiedBy>
  <cp:revision>2</cp:revision>
  <dcterms:created xsi:type="dcterms:W3CDTF">2025-08-23T12:09:29Z</dcterms:created>
  <dcterms:modified xsi:type="dcterms:W3CDTF">2025-08-23T16:01:47Z</dcterms:modified>
</cp:coreProperties>
</file>